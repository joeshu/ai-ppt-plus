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8168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layer-1" descr="layer-1"/>
          <p:cNvGrpSpPr/>
          <p:nvPr/>
        </p:nvGrpSpPr>
        <p:grpSpPr>
          <a:xfrm>
            <a:off x="975335" y="1920240"/>
            <a:ext cx="5120511" cy="685800"/>
            <a:chOff x="975335" y="1920240"/>
            <a:chExt cx="5120511" cy="685800"/>
          </a:xfrm>
        </p:grpSpPr>
        <p:sp>
          <p:nvSpPr>
            <p:cNvPr id="6" name="layer-1-fill"/>
            <p:cNvSpPr/>
            <p:nvPr/>
          </p:nvSpPr>
          <p:spPr>
            <a:xfrm>
              <a:off x="975335" y="1920240"/>
              <a:ext cx="5120511" cy="68580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ayer-1-accent"/>
            <p:cNvSpPr/>
            <p:nvPr/>
          </p:nvSpPr>
          <p:spPr>
            <a:xfrm>
              <a:off x="975335" y="1920240"/>
              <a:ext cx="5120511" cy="37719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layer-1-rule"/>
            <p:cNvCxnSpPr/>
            <p:nvPr/>
          </p:nvCxnSpPr>
          <p:spPr>
            <a:xfrm>
              <a:off x="1128950" y="2537460"/>
              <a:ext cx="4813282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layer-2" descr="layer-2"/>
          <p:cNvGrpSpPr/>
          <p:nvPr/>
        </p:nvGrpSpPr>
        <p:grpSpPr>
          <a:xfrm>
            <a:off x="1523961" y="2297430"/>
            <a:ext cx="4937636" cy="685800"/>
            <a:chOff x="1523961" y="2297430"/>
            <a:chExt cx="4937636" cy="685800"/>
          </a:xfrm>
        </p:grpSpPr>
        <p:sp>
          <p:nvSpPr>
            <p:cNvPr id="10" name="layer-2-fill"/>
            <p:cNvSpPr/>
            <p:nvPr/>
          </p:nvSpPr>
          <p:spPr>
            <a:xfrm>
              <a:off x="1523961" y="2297430"/>
              <a:ext cx="4937636" cy="68580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layer-2-accent"/>
            <p:cNvSpPr/>
            <p:nvPr/>
          </p:nvSpPr>
          <p:spPr>
            <a:xfrm>
              <a:off x="1523961" y="2297430"/>
              <a:ext cx="4937636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layer-2-rule"/>
            <p:cNvCxnSpPr/>
            <p:nvPr/>
          </p:nvCxnSpPr>
          <p:spPr>
            <a:xfrm>
              <a:off x="1672090" y="2914650"/>
              <a:ext cx="4641379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layer-3" descr="layer-3"/>
          <p:cNvGrpSpPr/>
          <p:nvPr/>
        </p:nvGrpSpPr>
        <p:grpSpPr>
          <a:xfrm>
            <a:off x="2072588" y="2674620"/>
            <a:ext cx="4754761" cy="685800"/>
            <a:chOff x="2072588" y="2674620"/>
            <a:chExt cx="4754761" cy="685800"/>
          </a:xfrm>
        </p:grpSpPr>
        <p:sp>
          <p:nvSpPr>
            <p:cNvPr id="14" name="layer-3-fill"/>
            <p:cNvSpPr/>
            <p:nvPr/>
          </p:nvSpPr>
          <p:spPr>
            <a:xfrm>
              <a:off x="2072588" y="2674620"/>
              <a:ext cx="4754761" cy="68580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layer-3-accent"/>
            <p:cNvSpPr/>
            <p:nvPr/>
          </p:nvSpPr>
          <p:spPr>
            <a:xfrm>
              <a:off x="2072588" y="2674620"/>
              <a:ext cx="4754761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layer-3-rule"/>
            <p:cNvCxnSpPr/>
            <p:nvPr/>
          </p:nvCxnSpPr>
          <p:spPr>
            <a:xfrm>
              <a:off x="2215230" y="3291840"/>
              <a:ext cx="4469476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layer-4" descr="layer-4"/>
          <p:cNvGrpSpPr/>
          <p:nvPr/>
        </p:nvGrpSpPr>
        <p:grpSpPr>
          <a:xfrm>
            <a:off x="2621214" y="3051810"/>
            <a:ext cx="4571885" cy="685800"/>
            <a:chOff x="2621214" y="3051810"/>
            <a:chExt cx="4571885" cy="685800"/>
          </a:xfrm>
        </p:grpSpPr>
        <p:sp>
          <p:nvSpPr>
            <p:cNvPr id="18" name="layer-4-fill"/>
            <p:cNvSpPr/>
            <p:nvPr/>
          </p:nvSpPr>
          <p:spPr>
            <a:xfrm>
              <a:off x="2621214" y="3051810"/>
              <a:ext cx="4571885" cy="68580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layer-4-accent"/>
            <p:cNvSpPr/>
            <p:nvPr/>
          </p:nvSpPr>
          <p:spPr>
            <a:xfrm>
              <a:off x="2621214" y="3051810"/>
              <a:ext cx="4571885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layer-4-rule"/>
            <p:cNvCxnSpPr/>
            <p:nvPr/>
          </p:nvCxnSpPr>
          <p:spPr>
            <a:xfrm>
              <a:off x="2758370" y="3669030"/>
              <a:ext cx="4297573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layer-5" descr="layer-5"/>
          <p:cNvGrpSpPr/>
          <p:nvPr/>
        </p:nvGrpSpPr>
        <p:grpSpPr>
          <a:xfrm>
            <a:off x="3169840" y="3429000"/>
            <a:ext cx="4389010" cy="685800"/>
            <a:chOff x="3169840" y="3429000"/>
            <a:chExt cx="4389010" cy="685800"/>
          </a:xfrm>
        </p:grpSpPr>
        <p:sp>
          <p:nvSpPr>
            <p:cNvPr id="22" name="layer-5-fill"/>
            <p:cNvSpPr/>
            <p:nvPr/>
          </p:nvSpPr>
          <p:spPr>
            <a:xfrm>
              <a:off x="3169840" y="3429000"/>
              <a:ext cx="4389010" cy="68580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layer-5-accent"/>
            <p:cNvSpPr/>
            <p:nvPr/>
          </p:nvSpPr>
          <p:spPr>
            <a:xfrm>
              <a:off x="3169840" y="3429000"/>
              <a:ext cx="4389010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layer-5-rule"/>
            <p:cNvCxnSpPr/>
            <p:nvPr/>
          </p:nvCxnSpPr>
          <p:spPr>
            <a:xfrm>
              <a:off x="3301511" y="4046220"/>
              <a:ext cx="4125669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lock-1" descr="lock-1"/>
          <p:cNvGrpSpPr/>
          <p:nvPr/>
        </p:nvGrpSpPr>
        <p:grpSpPr>
          <a:xfrm>
            <a:off x="975335" y="4937760"/>
            <a:ext cx="2194505" cy="617220"/>
            <a:chOff x="975335" y="4937760"/>
            <a:chExt cx="2194505" cy="617220"/>
          </a:xfrm>
        </p:grpSpPr>
        <p:sp>
          <p:nvSpPr>
            <p:cNvPr id="26" name="lock-1-fill"/>
            <p:cNvSpPr/>
            <p:nvPr/>
          </p:nvSpPr>
          <p:spPr>
            <a:xfrm>
              <a:off x="975335" y="4937760"/>
              <a:ext cx="2194505" cy="61722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lock-1-accent"/>
            <p:cNvSpPr/>
            <p:nvPr/>
          </p:nvSpPr>
          <p:spPr>
            <a:xfrm>
              <a:off x="975335" y="4937760"/>
              <a:ext cx="2194505" cy="33947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lock-1-rule"/>
            <p:cNvCxnSpPr/>
            <p:nvPr/>
          </p:nvCxnSpPr>
          <p:spPr>
            <a:xfrm>
              <a:off x="1041170" y="5493258"/>
              <a:ext cx="2062835" cy="61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lock-2" descr="lock-2"/>
          <p:cNvGrpSpPr/>
          <p:nvPr/>
        </p:nvGrpSpPr>
        <p:grpSpPr>
          <a:xfrm>
            <a:off x="3657508" y="4937760"/>
            <a:ext cx="2194505" cy="617220"/>
            <a:chOff x="3657508" y="4937760"/>
            <a:chExt cx="2194505" cy="617220"/>
          </a:xfrm>
        </p:grpSpPr>
        <p:sp>
          <p:nvSpPr>
            <p:cNvPr id="30" name="lock-2-fill"/>
            <p:cNvSpPr/>
            <p:nvPr/>
          </p:nvSpPr>
          <p:spPr>
            <a:xfrm>
              <a:off x="3657508" y="4937760"/>
              <a:ext cx="2194505" cy="61722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lock-2-accent"/>
            <p:cNvSpPr/>
            <p:nvPr/>
          </p:nvSpPr>
          <p:spPr>
            <a:xfrm>
              <a:off x="3657508" y="4937760"/>
              <a:ext cx="2194505" cy="33947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lock-2-rule"/>
            <p:cNvCxnSpPr/>
            <p:nvPr/>
          </p:nvCxnSpPr>
          <p:spPr>
            <a:xfrm>
              <a:off x="3723343" y="5493258"/>
              <a:ext cx="2062835" cy="61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lock-3" descr="lock-3"/>
          <p:cNvGrpSpPr/>
          <p:nvPr/>
        </p:nvGrpSpPr>
        <p:grpSpPr>
          <a:xfrm>
            <a:off x="6339681" y="4937760"/>
            <a:ext cx="2194505" cy="617220"/>
            <a:chOff x="6339681" y="4937760"/>
            <a:chExt cx="2194505" cy="617220"/>
          </a:xfrm>
        </p:grpSpPr>
        <p:sp>
          <p:nvSpPr>
            <p:cNvPr id="34" name="lock-3-fill"/>
            <p:cNvSpPr/>
            <p:nvPr/>
          </p:nvSpPr>
          <p:spPr>
            <a:xfrm>
              <a:off x="6339681" y="4937760"/>
              <a:ext cx="2194505" cy="61722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lock-3-accent"/>
            <p:cNvSpPr/>
            <p:nvPr/>
          </p:nvSpPr>
          <p:spPr>
            <a:xfrm>
              <a:off x="6339681" y="4937760"/>
              <a:ext cx="2194505" cy="33947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lock-3-rule"/>
            <p:cNvCxnSpPr/>
            <p:nvPr/>
          </p:nvCxnSpPr>
          <p:spPr>
            <a:xfrm>
              <a:off x="6405516" y="5493258"/>
              <a:ext cx="2062835" cy="61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lock-4" descr="lock-4"/>
          <p:cNvGrpSpPr/>
          <p:nvPr/>
        </p:nvGrpSpPr>
        <p:grpSpPr>
          <a:xfrm>
            <a:off x="9021854" y="4937760"/>
            <a:ext cx="2194505" cy="617220"/>
            <a:chOff x="9021854" y="4937760"/>
            <a:chExt cx="2194505" cy="617220"/>
          </a:xfrm>
        </p:grpSpPr>
        <p:sp>
          <p:nvSpPr>
            <p:cNvPr id="38" name="lock-4-fill"/>
            <p:cNvSpPr/>
            <p:nvPr/>
          </p:nvSpPr>
          <p:spPr>
            <a:xfrm>
              <a:off x="9021854" y="4937760"/>
              <a:ext cx="2194505" cy="61722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lock-4-accent"/>
            <p:cNvSpPr/>
            <p:nvPr/>
          </p:nvSpPr>
          <p:spPr>
            <a:xfrm>
              <a:off x="9021854" y="4937760"/>
              <a:ext cx="2194505" cy="33947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lock-4-rule"/>
            <p:cNvCxnSpPr/>
            <p:nvPr/>
          </p:nvCxnSpPr>
          <p:spPr>
            <a:xfrm>
              <a:off x="9087689" y="5493258"/>
              <a:ext cx="2062835" cy="61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1" name="environment-matrix"/>
          <p:cNvGraphicFramePr>
            <a:graphicFrameLocks noGrp="1"/>
          </p:cNvGraphicFramePr>
          <p:nvPr/>
        </p:nvGraphicFramePr>
        <p:xfrm>
          <a:off x="6949266" y="1920240"/>
          <a:ext cx="475475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20"/>
                <a:gridCol w="975335"/>
                <a:gridCol w="975335"/>
                <a:gridCol w="1219169"/>
              </a:tblGrid>
              <a:tr h="411480">
                <a:tc>
                  <a:txBody>
                    <a:bodyPr/>
                    <a:lstStyle/>
                    <a:p>
                      <a:r>
                        <a:t>MUTATION_OK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字体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渲染器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PPTX包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桌面WPS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可见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一致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通过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移动端WPS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可见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一致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通过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CI Runner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可见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一致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哈希锁定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sp>
        <p:nvSpPr>
          <p:cNvPr id="42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可编辑PPT交付运行矩阵</a:t>
            </a:r>
          </a:p>
        </p:txBody>
      </p:sp>
      <p:sp>
        <p:nvSpPr>
          <p:cNvPr id="43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同一源文件 → 同一证据 → 可复现交付</a:t>
            </a:r>
          </a:p>
        </p:txBody>
      </p:sp>
      <p:sp>
        <p:nvSpPr>
          <p:cNvPr id="44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45" name="layer-1-text"/>
          <p:cNvSpPr txBox="1"/>
          <p:nvPr/>
        </p:nvSpPr>
        <p:spPr>
          <a:xfrm>
            <a:off x="1341086" y="2139696"/>
            <a:ext cx="438901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技能包</a:t>
            </a:r>
          </a:p>
        </p:txBody>
      </p:sp>
      <p:sp>
        <p:nvSpPr>
          <p:cNvPr id="46" name="layer-2-text"/>
          <p:cNvSpPr txBox="1"/>
          <p:nvPr/>
        </p:nvSpPr>
        <p:spPr>
          <a:xfrm>
            <a:off x="1889712" y="2516886"/>
            <a:ext cx="4206134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运行时</a:t>
            </a:r>
          </a:p>
        </p:txBody>
      </p:sp>
      <p:sp>
        <p:nvSpPr>
          <p:cNvPr id="47" name="layer-3-text"/>
          <p:cNvSpPr txBox="1"/>
          <p:nvPr/>
        </p:nvSpPr>
        <p:spPr>
          <a:xfrm>
            <a:off x="2438339" y="2894076"/>
            <a:ext cx="4023259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字体</a:t>
            </a:r>
          </a:p>
        </p:txBody>
      </p:sp>
      <p:sp>
        <p:nvSpPr>
          <p:cNvPr id="48" name="layer-4-text"/>
          <p:cNvSpPr txBox="1"/>
          <p:nvPr/>
        </p:nvSpPr>
        <p:spPr>
          <a:xfrm>
            <a:off x="2986965" y="3271266"/>
            <a:ext cx="3840383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渲染器</a:t>
            </a:r>
          </a:p>
        </p:txBody>
      </p:sp>
      <p:sp>
        <p:nvSpPr>
          <p:cNvPr id="49" name="layer-5-text"/>
          <p:cNvSpPr txBox="1"/>
          <p:nvPr/>
        </p:nvSpPr>
        <p:spPr>
          <a:xfrm>
            <a:off x="3535591" y="3648456"/>
            <a:ext cx="3657508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PPTX包</a:t>
            </a:r>
          </a:p>
        </p:txBody>
      </p:sp>
      <p:sp>
        <p:nvSpPr>
          <p:cNvPr id="50" name="lock-1-text"/>
          <p:cNvSpPr txBox="1"/>
          <p:nvPr/>
        </p:nvSpPr>
        <p:spPr>
          <a:xfrm>
            <a:off x="975335" y="5129784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包完整</a:t>
            </a:r>
          </a:p>
        </p:txBody>
      </p:sp>
      <p:sp>
        <p:nvSpPr>
          <p:cNvPr id="51" name="lock-2-text"/>
          <p:cNvSpPr txBox="1"/>
          <p:nvPr/>
        </p:nvSpPr>
        <p:spPr>
          <a:xfrm>
            <a:off x="3657508" y="5129784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字体可见</a:t>
            </a:r>
          </a:p>
        </p:txBody>
      </p:sp>
      <p:sp>
        <p:nvSpPr>
          <p:cNvPr id="52" name="lock-3-text"/>
          <p:cNvSpPr txBox="1"/>
          <p:nvPr/>
        </p:nvSpPr>
        <p:spPr>
          <a:xfrm>
            <a:off x="6339681" y="5129784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渲染一致</a:t>
            </a:r>
          </a:p>
        </p:txBody>
      </p:sp>
      <p:sp>
        <p:nvSpPr>
          <p:cNvPr id="53" name="lock-4-text"/>
          <p:cNvSpPr txBox="1"/>
          <p:nvPr/>
        </p:nvSpPr>
        <p:spPr>
          <a:xfrm>
            <a:off x="9021854" y="5129784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哈希锁定</a:t>
            </a:r>
          </a:p>
        </p:txBody>
      </p:sp>
      <p:sp>
        <p:nvSpPr>
          <p:cNvPr id="54" name="package-note"/>
          <p:cNvSpPr txBox="1"/>
          <p:nvPr/>
        </p:nvSpPr>
        <p:spPr>
          <a:xfrm>
            <a:off x="6339681" y="6172200"/>
            <a:ext cx="4998594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5-layer architecture / 3 target environments / native matrix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