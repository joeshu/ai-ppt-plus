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egacy-full-slide-frame" descr="chart-data-provenance-01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