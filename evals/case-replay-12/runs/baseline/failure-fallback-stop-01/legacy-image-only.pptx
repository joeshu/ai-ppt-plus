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legacy-full-slide-frame" descr="failure-fallback-stop-01-refer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