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gacy-full-slide-frame" descr="native-shape-card-01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